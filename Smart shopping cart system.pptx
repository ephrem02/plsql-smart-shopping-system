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6908D-992B-E232-72C8-FD7C7A29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211169"/>
            <a:ext cx="10131425" cy="1456267"/>
          </a:xfrm>
        </p:spPr>
        <p:txBody>
          <a:bodyPr/>
          <a:lstStyle/>
          <a:p>
            <a:r>
              <a:rPr lang="en-US" b="1" dirty="0"/>
              <a:t>Smart shopping cart system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C9014-DE35-DF7D-1395-C53579D5A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472" y="2482725"/>
            <a:ext cx="10131425" cy="3649133"/>
          </a:xfrm>
        </p:spPr>
        <p:txBody>
          <a:bodyPr/>
          <a:lstStyle/>
          <a:p>
            <a:r>
              <a:rPr lang="en-US" sz="2800" b="1" dirty="0"/>
              <a:t>PROJECT OBJECTIVES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b="1" dirty="0"/>
              <a:t>Primary Business Objective</a:t>
            </a:r>
          </a:p>
          <a:p>
            <a:pPr marL="0" indent="0">
              <a:buNone/>
            </a:pPr>
            <a:r>
              <a:rPr lang="en-US" dirty="0"/>
              <a:t>The main goal of this project is to </a:t>
            </a:r>
            <a:r>
              <a:rPr lang="en-US" b="1" dirty="0"/>
              <a:t>solve the inefficiency of traditional retail checkout processes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Problem to Solve:</a:t>
            </a:r>
            <a:r>
              <a:rPr lang="en-US" dirty="0"/>
              <a:t> Customers waste time in long queues, and store managers suffer from delayed inventory updates.</a:t>
            </a:r>
          </a:p>
          <a:p>
            <a:r>
              <a:rPr lang="en-US" b="1" dirty="0"/>
              <a:t>The Solution:</a:t>
            </a:r>
            <a:r>
              <a:rPr lang="en-US" dirty="0"/>
              <a:t> To develop a </a:t>
            </a:r>
            <a:r>
              <a:rPr lang="en-US" b="1" dirty="0"/>
              <a:t>Smart Shopping Cart System</a:t>
            </a:r>
            <a:r>
              <a:rPr lang="en-US" dirty="0"/>
              <a:t> backed by a robust Oracle PL/SQL database that enables: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Real-time transaction processing:</a:t>
            </a:r>
            <a:r>
              <a:rPr lang="en-US" dirty="0"/>
              <a:t> allowing customers to "scan and go."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Automated inventory management:</a:t>
            </a:r>
            <a:r>
              <a:rPr lang="en-US" dirty="0"/>
              <a:t> ensuring stock levels are updated the instant a purchase is made.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28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44DEC-91B1-E39B-6E57-EDE69B9FD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377" y="457200"/>
            <a:ext cx="10131425" cy="1456267"/>
          </a:xfrm>
        </p:spPr>
        <p:txBody>
          <a:bodyPr/>
          <a:lstStyle/>
          <a:p>
            <a:r>
              <a:rPr lang="en-US" b="1" dirty="0"/>
              <a:t>MAIN ENTITIES AND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261DC-1E98-D3FD-BFD7-894E901FB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4718" y="1666938"/>
            <a:ext cx="10131425" cy="438423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USERS</a:t>
            </a:r>
            <a:r>
              <a:rPr lang="en-US" sz="2000" dirty="0"/>
              <a:t>: Stores information for all system users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PRODUCTS</a:t>
            </a:r>
            <a:r>
              <a:rPr lang="en-US" sz="2000" dirty="0"/>
              <a:t>: The central inventory catalog containing all items available for sale.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CART:</a:t>
            </a:r>
            <a:r>
              <a:rPr lang="en-US" sz="2000" dirty="0"/>
              <a:t> A temporary storage table that holds items while the customer is shopping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ORDERS</a:t>
            </a:r>
            <a:r>
              <a:rPr lang="en-US" sz="2000" dirty="0"/>
              <a:t>: Records the summary of a completed transaction (Who bought it, when, and the total cost).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ORDER_DETAILS</a:t>
            </a:r>
            <a:r>
              <a:rPr lang="en-US" sz="2000" dirty="0"/>
              <a:t>: Links specific products to an Order.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PAYMENTS:</a:t>
            </a:r>
            <a:r>
              <a:rPr lang="en-US" sz="2000" dirty="0"/>
              <a:t> Records the financial side of the transaction.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421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E6C6B-EA2F-C4E2-A6C8-46E8B3D03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42047"/>
            <a:ext cx="10131425" cy="1456267"/>
          </a:xfrm>
        </p:spPr>
        <p:txBody>
          <a:bodyPr/>
          <a:lstStyle/>
          <a:p>
            <a:pPr algn="ctr"/>
            <a:r>
              <a:rPr lang="en-US" dirty="0"/>
              <a:t>ANTICIPATED BENEFITS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F1F32-79B5-A6C2-E36D-F7502CFC4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807" y="1707995"/>
            <a:ext cx="4709054" cy="576262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STAKEHOLDERS / OWNERS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E40D95-2B8A-A168-47BD-11F006B644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1" y="2430198"/>
            <a:ext cx="4996923" cy="3925046"/>
          </a:xfrm>
        </p:spPr>
        <p:txBody>
          <a:bodyPr>
            <a:normAutofit lnSpcReduction="10000"/>
          </a:bodyPr>
          <a:lstStyle/>
          <a:p>
            <a:r>
              <a:rPr lang="en-US" sz="2000" b="1" dirty="0"/>
              <a:t>Automatic Counting:</a:t>
            </a:r>
            <a:r>
              <a:rPr lang="en-US" sz="2000" dirty="0"/>
              <a:t> The inventory updates instantly every time someone buys something. The owner always knows exactly how much stock is left.</a:t>
            </a:r>
          </a:p>
          <a:p>
            <a:r>
              <a:rPr lang="en-US" sz="2000" b="1" dirty="0"/>
              <a:t>Security:</a:t>
            </a:r>
            <a:r>
              <a:rPr lang="en-US" sz="2000" dirty="0"/>
              <a:t> The system blocks employees from changing data when they are not supposed to (like on Weekdays), which prevents fraud.</a:t>
            </a:r>
          </a:p>
          <a:p>
            <a:r>
              <a:rPr lang="en-US" sz="2000" b="1" dirty="0"/>
              <a:t>Smart Decisions:</a:t>
            </a:r>
            <a:r>
              <a:rPr lang="en-US" sz="2000" dirty="0"/>
              <a:t> The system generates reports showing which products are "Best Sellers," helping the owner decide what to order next.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4DF522-87AD-692E-9DB2-BFA8964DE5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96636" y="1853936"/>
            <a:ext cx="4669028" cy="576262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CUSTOMERS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CC9A78-6DF1-B760-CCC6-F35EC28D1F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70330" y="2430198"/>
            <a:ext cx="4995334" cy="2920998"/>
          </a:xfrm>
        </p:spPr>
        <p:txBody>
          <a:bodyPr>
            <a:normAutofit lnSpcReduction="10000"/>
          </a:bodyPr>
          <a:lstStyle/>
          <a:p>
            <a:r>
              <a:rPr lang="en-US" sz="2000" b="1" dirty="0"/>
              <a:t>No Waiting:</a:t>
            </a:r>
            <a:r>
              <a:rPr lang="en-US" sz="2000" dirty="0"/>
              <a:t> The biggest benefit is speed. Customers can "scan and go" instead of standing in long lines to pay.</a:t>
            </a:r>
          </a:p>
          <a:p>
            <a:r>
              <a:rPr lang="en-US" sz="2000" b="1" dirty="0"/>
              <a:t>Instant Totals:</a:t>
            </a:r>
            <a:r>
              <a:rPr lang="en-US" sz="2000" dirty="0"/>
              <a:t> They see the total price on the screen </a:t>
            </a:r>
            <a:r>
              <a:rPr lang="en-US" sz="2000" i="1" dirty="0"/>
              <a:t>while</a:t>
            </a:r>
            <a:r>
              <a:rPr lang="en-US" sz="2000" dirty="0"/>
              <a:t> they shop, so there are no surprises at the register.</a:t>
            </a:r>
          </a:p>
        </p:txBody>
      </p:sp>
    </p:spTree>
    <p:extLst>
      <p:ext uri="{BB962C8B-B14F-4D97-AF65-F5344CB8AC3E}">
        <p14:creationId xmlns:p14="http://schemas.microsoft.com/office/powerpoint/2010/main" val="15493726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{AF535FD7-106E-432E-A0E9-E072235826AC}TFb5ae2469-0bae-4978-b0e0-39dd046150ff9a115ede-a9c3cc5252b0</Template>
  <TotalTime>29</TotalTime>
  <Words>306</Words>
  <Application>Microsoft Office PowerPoint</Application>
  <PresentationFormat>Widescreen</PresentationFormat>
  <Paragraphs>27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Celestial</vt:lpstr>
      <vt:lpstr>Smart shopping cart system </vt:lpstr>
      <vt:lpstr>MAIN ENTITIES AND RELATIONSHIPS</vt:lpstr>
      <vt:lpstr>ANTICIPATED BENEFITS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shopping cart system </dc:title>
  <dc:creator>manziephrem2@gmail.com</dc:creator>
  <cp:lastModifiedBy>manziephrem2@gmail.com</cp:lastModifiedBy>
  <cp:revision>1</cp:revision>
  <dcterms:created xsi:type="dcterms:W3CDTF">2025-12-04T10:29:11Z</dcterms:created>
  <dcterms:modified xsi:type="dcterms:W3CDTF">2025-12-04T10:59:09Z</dcterms:modified>
</cp:coreProperties>
</file>